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4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8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2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31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0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27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4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3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9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8879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87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8751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30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23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3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KEL Stock Forecasting &amp; Investment Value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Overview:</a:t>
            </a:r>
          </a:p>
          <a:p>
            <a:r>
              <a:rPr dirty="0"/>
              <a:t>• Historical stock data (2021–2025)</a:t>
            </a:r>
          </a:p>
          <a:p>
            <a:r>
              <a:rPr dirty="0"/>
              <a:t>• LSTM model to predict future stock prices</a:t>
            </a:r>
          </a:p>
          <a:p>
            <a:r>
              <a:rPr dirty="0"/>
              <a:t>• Estimate future value of PKR 10,000 investment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Made by: Rao Muhammad Farhan Suhail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Pakistan Stock Exchange 	Website used</a:t>
            </a:r>
          </a:p>
          <a:p>
            <a:r>
              <a:rPr lang="en-US" dirty="0"/>
              <a:t>Karachi Electric Ltd. Selected from ‘Historical data’ tab of the site to fetch stock data from 2021 to May </a:t>
            </a:r>
            <a:r>
              <a:rPr lang="en-US" dirty="0" smtClean="0"/>
              <a:t>2025</a:t>
            </a:r>
          </a:p>
          <a:p>
            <a:r>
              <a:rPr lang="en-US" dirty="0" err="1" smtClean="0"/>
              <a:t>Colab</a:t>
            </a:r>
            <a:r>
              <a:rPr lang="en-US" dirty="0"/>
              <a:t> Link: https://colab.research.google.com/drive/1hIaXowSM_NDm2vrZRjAKbLkiWMuhOJnr?authuser=1#scrollTo=f9kiRzG7TIzC</a:t>
            </a:r>
            <a:endParaRPr lang="en-US" dirty="0"/>
          </a:p>
          <a:p>
            <a:r>
              <a:rPr dirty="0"/>
              <a:t> Dataset </a:t>
            </a:r>
            <a:r>
              <a:rPr lang="en-US" dirty="0"/>
              <a:t>cleaned first and then </a:t>
            </a:r>
            <a:r>
              <a:rPr dirty="0"/>
              <a:t>loaded from Excel file</a:t>
            </a:r>
          </a:p>
          <a:p>
            <a:r>
              <a:rPr dirty="0"/>
              <a:t>Converted 'DATE' to datetime format</a:t>
            </a:r>
          </a:p>
          <a:p>
            <a:r>
              <a:rPr dirty="0"/>
              <a:t>Filtered key columns: DATE, OPEN, HIGH, LOW, CLOSE, VOLUME</a:t>
            </a:r>
          </a:p>
          <a:p>
            <a:r>
              <a:rPr dirty="0"/>
              <a:t>Sorted chronologically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</a:t>
            </a:r>
            <a:r>
              <a:rPr dirty="0" err="1"/>
              <a:t>Plotly</a:t>
            </a:r>
            <a:r>
              <a:rPr dirty="0"/>
              <a:t> to create Candlestick chart</a:t>
            </a:r>
          </a:p>
          <a:p>
            <a:r>
              <a:rPr dirty="0"/>
              <a:t>Displayed OHLC trends from 2021–2025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Input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Used </a:t>
            </a:r>
            <a:r>
              <a:rPr dirty="0" err="1"/>
              <a:t>MinMaxScaler</a:t>
            </a:r>
            <a:r>
              <a:rPr dirty="0"/>
              <a:t> for normalization</a:t>
            </a:r>
          </a:p>
          <a:p>
            <a:r>
              <a:rPr dirty="0"/>
              <a:t>1500-day lookback to prepare time sequences</a:t>
            </a:r>
          </a:p>
          <a:p>
            <a:r>
              <a:rPr dirty="0"/>
              <a:t>Converted to 3D shape for LSTM input (samples, time steps, features)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Layers:</a:t>
            </a:r>
          </a:p>
          <a:p>
            <a:r>
              <a:t>  - LSTM (50 units, return sequences)</a:t>
            </a:r>
          </a:p>
          <a:p>
            <a:r>
              <a:t>  - LSTM (50 units)</a:t>
            </a:r>
          </a:p>
          <a:p>
            <a:r>
              <a:t>  - Dense (1 output)</a:t>
            </a:r>
          </a:p>
          <a:p>
            <a:r>
              <a:t>• Compiled with 'adam' optimizer and MSE loss</a:t>
            </a:r>
          </a:p>
          <a:p>
            <a:r>
              <a:t>• Trained for 20 epochs with batch size of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Predicted 3 future price points</a:t>
            </a:r>
          </a:p>
          <a:p>
            <a:r>
              <a:rPr dirty="0"/>
              <a:t>Used last 60 days of data iteratively</a:t>
            </a:r>
          </a:p>
          <a:p>
            <a:r>
              <a:rPr dirty="0"/>
              <a:t>Inverse-transformed predictions to original price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Value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Initial investment: PKR 10,000</a:t>
            </a:r>
          </a:p>
          <a:p>
            <a:r>
              <a:rPr dirty="0"/>
              <a:t>Predicted initial stock price = PKR 7.65</a:t>
            </a:r>
          </a:p>
          <a:p>
            <a:r>
              <a:rPr dirty="0"/>
              <a:t>Shares purchased = 1307.19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Date 1: PKR 10000.00</a:t>
            </a:r>
          </a:p>
          <a:p>
            <a:r>
              <a:t>Future Date 2: PKR 10352.94</a:t>
            </a:r>
          </a:p>
          <a:p>
            <a:r>
              <a:t>Future Date 3: PKR 10588.24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LSTM provides reasonable predictions for stock prices</a:t>
            </a:r>
          </a:p>
          <a:p>
            <a:r>
              <a:rPr dirty="0"/>
              <a:t>Enables users to forecast future investment value</a:t>
            </a:r>
          </a:p>
          <a:p>
            <a:r>
              <a:rPr dirty="0"/>
              <a:t>Can be extended to more stocks and time ranges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220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KEL Stock Forecasting &amp; Investment Value Projection</vt:lpstr>
      <vt:lpstr>Data Preprocessing</vt:lpstr>
      <vt:lpstr>Visualization</vt:lpstr>
      <vt:lpstr>Model &amp; Input Preparation</vt:lpstr>
      <vt:lpstr>LSTM Model</vt:lpstr>
      <vt:lpstr>Future Price Prediction</vt:lpstr>
      <vt:lpstr>Investment Value Projection</vt:lpstr>
      <vt:lpstr>Projected Returns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 Stock Forecasting &amp; Investment Value Projection</dc:title>
  <dc:subject/>
  <dc:creator/>
  <cp:keywords/>
  <dc:description>generated using python-pptx</dc:description>
  <cp:lastModifiedBy>INFO TECH</cp:lastModifiedBy>
  <cp:revision>3</cp:revision>
  <dcterms:created xsi:type="dcterms:W3CDTF">2013-01-27T09:14:16Z</dcterms:created>
  <dcterms:modified xsi:type="dcterms:W3CDTF">2025-05-29T15:17:40Z</dcterms:modified>
  <cp:category/>
</cp:coreProperties>
</file>